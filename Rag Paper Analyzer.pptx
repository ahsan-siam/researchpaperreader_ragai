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52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07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43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2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9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02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1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94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45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42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61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Paper </a:t>
            </a:r>
            <a:r>
              <a:rPr dirty="0"/>
              <a:t>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Full-stack Agentic RAG </a:t>
            </a:r>
            <a:r>
              <a:rPr dirty="0"/>
              <a:t>application</a:t>
            </a:r>
          </a:p>
          <a:p>
            <a:r>
              <a:rPr dirty="0" smtClean="0"/>
              <a:t> </a:t>
            </a:r>
            <a:r>
              <a:rPr dirty="0"/>
              <a:t>React frontend + </a:t>
            </a:r>
            <a:r>
              <a:rPr dirty="0" err="1"/>
              <a:t>FastAPI</a:t>
            </a:r>
            <a:r>
              <a:rPr dirty="0"/>
              <a:t> backend</a:t>
            </a:r>
          </a:p>
          <a:p>
            <a:r>
              <a:rPr dirty="0" smtClean="0"/>
              <a:t> </a:t>
            </a:r>
            <a:r>
              <a:rPr dirty="0"/>
              <a:t>Local LLM using </a:t>
            </a:r>
            <a:r>
              <a:rPr dirty="0" err="1"/>
              <a:t>Ollama</a:t>
            </a:r>
            <a:r>
              <a:rPr dirty="0"/>
              <a:t> (Llama 3)</a:t>
            </a:r>
          </a:p>
          <a:p>
            <a:r>
              <a:rPr dirty="0" smtClean="0"/>
              <a:t> </a:t>
            </a:r>
            <a:r>
              <a:rPr dirty="0"/>
              <a:t>Users upload PDFs and ask questions in natural language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Paper Analyzer –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uploads PDF</a:t>
            </a:r>
          </a:p>
          <a:p>
            <a:r>
              <a:t>2. PyPDF extracts text</a:t>
            </a:r>
          </a:p>
          <a:p>
            <a:r>
              <a:t>3. LangChain chunks the document</a:t>
            </a:r>
          </a:p>
          <a:p>
            <a:r>
              <a:t>4. Hugging Face embeddings are generated</a:t>
            </a:r>
          </a:p>
          <a:p>
            <a:r>
              <a:t>5. ChromaDB stores vectors</a:t>
            </a:r>
          </a:p>
          <a:p>
            <a:r>
              <a:t>6. Similarity search retrieves relevant chunks</a:t>
            </a:r>
          </a:p>
          <a:p>
            <a:r>
              <a:t>7. Llama 3 generates context-aware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Paper Analyzer –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React</a:t>
            </a:r>
          </a:p>
          <a:p>
            <a:r>
              <a:rPr dirty="0"/>
              <a:t>Backend: </a:t>
            </a:r>
            <a:r>
              <a:rPr dirty="0" err="1"/>
              <a:t>FastAPI</a:t>
            </a:r>
            <a:endParaRPr dirty="0"/>
          </a:p>
          <a:p>
            <a:r>
              <a:rPr dirty="0"/>
              <a:t>LLM: </a:t>
            </a:r>
            <a:r>
              <a:rPr dirty="0" err="1"/>
              <a:t>Ollama</a:t>
            </a:r>
            <a:r>
              <a:rPr dirty="0"/>
              <a:t> + Llama 3</a:t>
            </a:r>
          </a:p>
          <a:p>
            <a:r>
              <a:rPr dirty="0"/>
              <a:t>Framework: </a:t>
            </a:r>
            <a:r>
              <a:rPr dirty="0" err="1"/>
              <a:t>LangChain</a:t>
            </a:r>
            <a:endParaRPr dirty="0"/>
          </a:p>
          <a:p>
            <a:r>
              <a:rPr dirty="0" err="1"/>
              <a:t>Embeddings</a:t>
            </a:r>
            <a:r>
              <a:rPr dirty="0"/>
              <a:t>: Hugging Face</a:t>
            </a:r>
          </a:p>
          <a:p>
            <a:r>
              <a:rPr dirty="0"/>
              <a:t>Vector Database: </a:t>
            </a:r>
            <a:r>
              <a:rPr dirty="0" err="1"/>
              <a:t>ChromaDB</a:t>
            </a:r>
            <a:endParaRPr dirty="0"/>
          </a:p>
          <a:p>
            <a:r>
              <a:rPr dirty="0"/>
              <a:t>PDF Processing: </a:t>
            </a:r>
            <a:r>
              <a:rPr dirty="0" err="1"/>
              <a:t>PyPDF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231</TotalTime>
  <Words>112</Words>
  <Application>Microsoft Office PowerPoint</Application>
  <PresentationFormat>On-screen Show (4:3)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 Light</vt:lpstr>
      <vt:lpstr>Rockwell</vt:lpstr>
      <vt:lpstr>Wingdings</vt:lpstr>
      <vt:lpstr>Atlas</vt:lpstr>
      <vt:lpstr>Paper Analyzer</vt:lpstr>
      <vt:lpstr>RAG Paper Analyzer – Workflow</vt:lpstr>
      <vt:lpstr>RAG Paper Analyzer – Tech Stack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1: RAG Paper Analyzer</dc:title>
  <dc:subject/>
  <dc:creator>User</dc:creator>
  <cp:keywords/>
  <dc:description>generated using python-pptx</dc:description>
  <cp:lastModifiedBy>User</cp:lastModifiedBy>
  <cp:revision>8</cp:revision>
  <dcterms:created xsi:type="dcterms:W3CDTF">2013-01-27T09:14:16Z</dcterms:created>
  <dcterms:modified xsi:type="dcterms:W3CDTF">2026-06-06T23:23:56Z</dcterms:modified>
  <cp:category/>
</cp:coreProperties>
</file>